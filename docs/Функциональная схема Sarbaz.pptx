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1AF2"/>
    <a:srgbClr val="E22A79"/>
    <a:srgbClr val="B61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477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95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973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58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544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159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37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04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6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412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593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0585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070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801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310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7468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120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018B068-E01D-4345-A184-90C2290FB896}" type="datetimeFigureOut">
              <a:rPr lang="ru-RU" smtClean="0"/>
              <a:t>29.04.2025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23AEC92-B6BF-41DC-B863-B6ACAC96F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6387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4930470" y="1100489"/>
            <a:ext cx="2351141" cy="7671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Пользователь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04923" y="2731009"/>
            <a:ext cx="2757726" cy="6943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Регистрация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712491" y="2702302"/>
            <a:ext cx="2757726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Авторизация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851999" y="5534278"/>
            <a:ext cx="2397436" cy="689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Текущий пользователь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119611" y="5551107"/>
            <a:ext cx="2440710" cy="672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Обновление </a:t>
            </a:r>
            <a:r>
              <a:rPr lang="ru-RU" dirty="0" err="1" smtClean="0"/>
              <a:t>токена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541113" y="5534278"/>
            <a:ext cx="2483698" cy="689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Выход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119611" y="4359919"/>
            <a:ext cx="9972862" cy="5256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SARBAZ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8320059" y="2736498"/>
            <a:ext cx="2757726" cy="680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Сброс пароля</a:t>
            </a:r>
            <a:endParaRPr lang="ru-RU" dirty="0"/>
          </a:p>
        </p:txBody>
      </p:sp>
      <p:cxnSp>
        <p:nvCxnSpPr>
          <p:cNvPr id="19" name="Прямая со стрелкой 18"/>
          <p:cNvCxnSpPr>
            <a:stCxn id="10" idx="2"/>
          </p:cNvCxnSpPr>
          <p:nvPr/>
        </p:nvCxnSpPr>
        <p:spPr>
          <a:xfrm flipH="1">
            <a:off x="6106041" y="4885558"/>
            <a:ext cx="1" cy="64872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ная линия уступом 22"/>
          <p:cNvCxnSpPr/>
          <p:nvPr/>
        </p:nvCxnSpPr>
        <p:spPr>
          <a:xfrm rot="5400000">
            <a:off x="3890229" y="3326879"/>
            <a:ext cx="665549" cy="3766076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ная линия уступом 25"/>
          <p:cNvCxnSpPr>
            <a:stCxn id="10" idx="2"/>
            <a:endCxn id="9" idx="0"/>
          </p:cNvCxnSpPr>
          <p:nvPr/>
        </p:nvCxnSpPr>
        <p:spPr>
          <a:xfrm rot="16200000" flipH="1">
            <a:off x="7620142" y="3371458"/>
            <a:ext cx="648720" cy="3676920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 стрелкой 68"/>
          <p:cNvCxnSpPr>
            <a:stCxn id="4" idx="4"/>
            <a:endCxn id="6" idx="0"/>
          </p:cNvCxnSpPr>
          <p:nvPr/>
        </p:nvCxnSpPr>
        <p:spPr>
          <a:xfrm flipH="1">
            <a:off x="6091354" y="1867664"/>
            <a:ext cx="14687" cy="834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Соединительная линия уступом 77"/>
          <p:cNvCxnSpPr>
            <a:stCxn id="4" idx="4"/>
            <a:endCxn id="13" idx="0"/>
          </p:cNvCxnSpPr>
          <p:nvPr/>
        </p:nvCxnSpPr>
        <p:spPr>
          <a:xfrm rot="16200000" flipH="1">
            <a:off x="7468064" y="505640"/>
            <a:ext cx="868834" cy="35928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>
            <a:stCxn id="6" idx="2"/>
          </p:cNvCxnSpPr>
          <p:nvPr/>
        </p:nvCxnSpPr>
        <p:spPr>
          <a:xfrm flipH="1">
            <a:off x="6089818" y="3416932"/>
            <a:ext cx="1536" cy="9429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Соединительная линия уступом 94"/>
          <p:cNvCxnSpPr>
            <a:stCxn id="4" idx="4"/>
            <a:endCxn id="5" idx="0"/>
          </p:cNvCxnSpPr>
          <p:nvPr/>
        </p:nvCxnSpPr>
        <p:spPr>
          <a:xfrm rot="5400000">
            <a:off x="3863242" y="488209"/>
            <a:ext cx="863345" cy="36222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Заголовок 1"/>
          <p:cNvSpPr txBox="1">
            <a:spLocks/>
          </p:cNvSpPr>
          <p:nvPr/>
        </p:nvSpPr>
        <p:spPr>
          <a:xfrm>
            <a:off x="224644" y="203344"/>
            <a:ext cx="11762791" cy="4968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Сессии пользователей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261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58195" y="4470441"/>
            <a:ext cx="10628417" cy="1889760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5549255" y="1164186"/>
            <a:ext cx="1246298" cy="1049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access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48730" y="2842336"/>
            <a:ext cx="2523866" cy="897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Просмотр своих заявок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390233" y="2842337"/>
            <a:ext cx="2522839" cy="897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Заявка на срочную службу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6431737" y="2851819"/>
            <a:ext cx="2527725" cy="8881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Заявка </a:t>
            </a:r>
            <a:r>
              <a:rPr lang="ru-RU" dirty="0" smtClean="0"/>
              <a:t>на контрактную </a:t>
            </a:r>
            <a:r>
              <a:rPr lang="ru-RU" dirty="0"/>
              <a:t>службу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9473241" y="2856461"/>
            <a:ext cx="2493581" cy="883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Удаление своей заявки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1750809" y="5130812"/>
            <a:ext cx="2524893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FAQs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4792313" y="5130812"/>
            <a:ext cx="2524893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События</a:t>
            </a:r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7833817" y="5130812"/>
            <a:ext cx="2524893" cy="71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Повестки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978839" y="4506818"/>
            <a:ext cx="2387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Модули пользователя</a:t>
            </a:r>
            <a:endParaRPr lang="ru-RU" dirty="0"/>
          </a:p>
        </p:txBody>
      </p:sp>
      <p:cxnSp>
        <p:nvCxnSpPr>
          <p:cNvPr id="15" name="Соединительная линия уступом 14"/>
          <p:cNvCxnSpPr>
            <a:stCxn id="4" idx="4"/>
            <a:endCxn id="5" idx="0"/>
          </p:cNvCxnSpPr>
          <p:nvPr/>
        </p:nvCxnSpPr>
        <p:spPr>
          <a:xfrm rot="5400000">
            <a:off x="3577359" y="247291"/>
            <a:ext cx="628350" cy="45617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>
            <a:stCxn id="4" idx="4"/>
            <a:endCxn id="6" idx="0"/>
          </p:cNvCxnSpPr>
          <p:nvPr/>
        </p:nvCxnSpPr>
        <p:spPr>
          <a:xfrm rot="5400000">
            <a:off x="5097854" y="1767786"/>
            <a:ext cx="628351" cy="15207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ная линия уступом 21"/>
          <p:cNvCxnSpPr>
            <a:stCxn id="4" idx="4"/>
            <a:endCxn id="13" idx="0"/>
          </p:cNvCxnSpPr>
          <p:nvPr/>
        </p:nvCxnSpPr>
        <p:spPr>
          <a:xfrm rot="16200000" flipH="1">
            <a:off x="6615086" y="1771304"/>
            <a:ext cx="637833" cy="15231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оединительная линия уступом 30"/>
          <p:cNvCxnSpPr>
            <a:stCxn id="4" idx="4"/>
            <a:endCxn id="25" idx="0"/>
          </p:cNvCxnSpPr>
          <p:nvPr/>
        </p:nvCxnSpPr>
        <p:spPr>
          <a:xfrm rot="16200000" flipH="1">
            <a:off x="8124981" y="261409"/>
            <a:ext cx="642475" cy="45476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/>
          <p:cNvCxnSpPr>
            <a:stCxn id="4" idx="4"/>
            <a:endCxn id="2" idx="0"/>
          </p:cNvCxnSpPr>
          <p:nvPr/>
        </p:nvCxnSpPr>
        <p:spPr>
          <a:xfrm>
            <a:off x="6172404" y="2213986"/>
            <a:ext cx="0" cy="2256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Заголовок 1"/>
          <p:cNvSpPr txBox="1">
            <a:spLocks/>
          </p:cNvSpPr>
          <p:nvPr/>
        </p:nvSpPr>
        <p:spPr>
          <a:xfrm>
            <a:off x="224645" y="52656"/>
            <a:ext cx="11762791" cy="4968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Пользовательский доступ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62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1968" y="4451908"/>
            <a:ext cx="11640336" cy="1736362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5629302" y="1250950"/>
            <a:ext cx="1246298" cy="1049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Staff</a:t>
            </a:r>
            <a:br>
              <a:rPr lang="en-US" dirty="0" smtClean="0"/>
            </a:br>
            <a:r>
              <a:rPr lang="en-US" dirty="0" smtClean="0"/>
              <a:t>access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70310" y="2842784"/>
            <a:ext cx="2523866" cy="897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Просмотр всех заявок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991032" y="2842784"/>
            <a:ext cx="2522839" cy="8976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Изменение статуса заявки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8810727" y="2830189"/>
            <a:ext cx="2527725" cy="8881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Массовое изменение статуса заявок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481600" y="5080179"/>
            <a:ext cx="2138813" cy="892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Панель управления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2745375" y="5080179"/>
            <a:ext cx="2138813" cy="892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Управление службами</a:t>
            </a:r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7281131" y="5080179"/>
            <a:ext cx="2138813" cy="892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Управление </a:t>
            </a:r>
            <a:r>
              <a:rPr lang="ru-RU" dirty="0" smtClean="0"/>
              <a:t>новостями и </a:t>
            </a:r>
            <a:r>
              <a:rPr lang="en-US" dirty="0" smtClean="0"/>
              <a:t>FAQs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166031" y="4495181"/>
            <a:ext cx="2172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Модули сотрудника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5009150" y="5080179"/>
            <a:ext cx="2138813" cy="8924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Управление </a:t>
            </a:r>
            <a:r>
              <a:rPr lang="ru-RU" dirty="0" smtClean="0"/>
              <a:t>событиями и повестками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9553112" y="5080178"/>
            <a:ext cx="2138813" cy="892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Управление </a:t>
            </a:r>
            <a:r>
              <a:rPr lang="ru-RU" dirty="0" smtClean="0"/>
              <a:t>словарями</a:t>
            </a:r>
            <a:endParaRPr lang="ru-RU" dirty="0"/>
          </a:p>
        </p:txBody>
      </p:sp>
      <p:cxnSp>
        <p:nvCxnSpPr>
          <p:cNvPr id="8" name="Прямая со стрелкой 7"/>
          <p:cNvCxnSpPr>
            <a:stCxn id="4" idx="4"/>
            <a:endCxn id="6" idx="0"/>
          </p:cNvCxnSpPr>
          <p:nvPr/>
        </p:nvCxnSpPr>
        <p:spPr>
          <a:xfrm>
            <a:off x="6252451" y="2300750"/>
            <a:ext cx="1" cy="542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/>
          <p:cNvCxnSpPr>
            <a:stCxn id="4" idx="4"/>
            <a:endCxn id="5" idx="0"/>
          </p:cNvCxnSpPr>
          <p:nvPr/>
        </p:nvCxnSpPr>
        <p:spPr>
          <a:xfrm rot="5400000">
            <a:off x="4071330" y="661663"/>
            <a:ext cx="542034" cy="38202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ная линия уступом 19"/>
          <p:cNvCxnSpPr>
            <a:stCxn id="4" idx="4"/>
            <a:endCxn id="13" idx="0"/>
          </p:cNvCxnSpPr>
          <p:nvPr/>
        </p:nvCxnSpPr>
        <p:spPr>
          <a:xfrm rot="16200000" flipH="1">
            <a:off x="7898801" y="654399"/>
            <a:ext cx="529439" cy="38221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/>
          <p:nvPr/>
        </p:nvCxnSpPr>
        <p:spPr>
          <a:xfrm flipH="1">
            <a:off x="6203070" y="3460529"/>
            <a:ext cx="1" cy="937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Заголовок 1"/>
          <p:cNvSpPr txBox="1">
            <a:spLocks/>
          </p:cNvSpPr>
          <p:nvPr/>
        </p:nvSpPr>
        <p:spPr>
          <a:xfrm>
            <a:off x="261968" y="136356"/>
            <a:ext cx="11762791" cy="4968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Доступ сотрудников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490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лубина">
  <a:themeElements>
    <a:clrScheme name="Глубина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Глуб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TM04033923[[fn=Глубина]]</Template>
  <TotalTime>127</TotalTime>
  <Words>65</Words>
  <Application>Microsoft Office PowerPoint</Application>
  <PresentationFormat>Широкоэкранный</PresentationFormat>
  <Paragraphs>30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Arial</vt:lpstr>
      <vt:lpstr>Corbel</vt:lpstr>
      <vt:lpstr>Глубина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Nur</dc:creator>
  <cp:lastModifiedBy>Nur</cp:lastModifiedBy>
  <cp:revision>19</cp:revision>
  <dcterms:created xsi:type="dcterms:W3CDTF">2025-04-29T16:35:02Z</dcterms:created>
  <dcterms:modified xsi:type="dcterms:W3CDTF">2025-04-29T18:44:24Z</dcterms:modified>
</cp:coreProperties>
</file>