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1AF2"/>
    <a:srgbClr val="E22A79"/>
    <a:srgbClr val="B61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832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748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144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966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668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131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963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92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779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854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369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5384228" y="205927"/>
            <a:ext cx="1246298" cy="1049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20947" y="1793242"/>
            <a:ext cx="2757726" cy="6943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 </a:t>
            </a:r>
            <a:br>
              <a:rPr lang="en-US" dirty="0"/>
            </a:br>
            <a:r>
              <a:rPr lang="en-US" dirty="0"/>
              <a:t>/</a:t>
            </a:r>
            <a:r>
              <a:rPr lang="en-US" dirty="0" err="1"/>
              <a:t>api</a:t>
            </a:r>
            <a:r>
              <a:rPr lang="en-US" dirty="0"/>
              <a:t>/</a:t>
            </a:r>
            <a:r>
              <a:rPr lang="en-US" dirty="0" err="1"/>
              <a:t>auth</a:t>
            </a:r>
            <a:r>
              <a:rPr lang="en-US" dirty="0"/>
              <a:t>/register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628515" y="1772950"/>
            <a:ext cx="2757726" cy="714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POST </a:t>
            </a:r>
            <a:br>
              <a:rPr lang="en-US" dirty="0" smtClean="0"/>
            </a:br>
            <a:r>
              <a:rPr lang="en-US" dirty="0" smtClean="0"/>
              <a:t>/</a:t>
            </a:r>
            <a:r>
              <a:rPr lang="en-US" dirty="0" err="1" smtClean="0"/>
              <a:t>api</a:t>
            </a:r>
            <a:r>
              <a:rPr lang="en-US" dirty="0" smtClean="0"/>
              <a:t>/</a:t>
            </a:r>
            <a:r>
              <a:rPr lang="en-US" dirty="0" err="1" smtClean="0"/>
              <a:t>auth</a:t>
            </a:r>
            <a:r>
              <a:rPr lang="en-US" dirty="0" smtClean="0"/>
              <a:t>/token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753335" y="5664907"/>
            <a:ext cx="2397436" cy="689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GET </a:t>
            </a:r>
            <a:br>
              <a:rPr lang="en-US" dirty="0" smtClean="0"/>
            </a:br>
            <a:r>
              <a:rPr lang="en-US" dirty="0" smtClean="0"/>
              <a:t>/</a:t>
            </a:r>
            <a:r>
              <a:rPr lang="en-US" dirty="0" err="1" smtClean="0"/>
              <a:t>api</a:t>
            </a:r>
            <a:r>
              <a:rPr lang="en-US" dirty="0" smtClean="0"/>
              <a:t>/</a:t>
            </a:r>
            <a:r>
              <a:rPr lang="en-US" dirty="0" err="1" smtClean="0"/>
              <a:t>auth</a:t>
            </a:r>
            <a:r>
              <a:rPr lang="en-US" dirty="0" smtClean="0"/>
              <a:t>/me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020947" y="5681736"/>
            <a:ext cx="2440710" cy="672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POST /</a:t>
            </a:r>
            <a:r>
              <a:rPr lang="en-US" dirty="0" err="1" smtClean="0"/>
              <a:t>api</a:t>
            </a:r>
            <a:r>
              <a:rPr lang="en-US" dirty="0" smtClean="0"/>
              <a:t>/</a:t>
            </a:r>
            <a:r>
              <a:rPr lang="en-US" dirty="0" err="1" smtClean="0"/>
              <a:t>auth</a:t>
            </a:r>
            <a:r>
              <a:rPr lang="en-US" dirty="0" smtClean="0"/>
              <a:t>/token/refresh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442449" y="5664907"/>
            <a:ext cx="2483698" cy="689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POST /</a:t>
            </a:r>
            <a:r>
              <a:rPr lang="en-US" dirty="0" err="1" smtClean="0"/>
              <a:t>api</a:t>
            </a:r>
            <a:r>
              <a:rPr lang="en-US" dirty="0" smtClean="0"/>
              <a:t>/</a:t>
            </a:r>
            <a:r>
              <a:rPr lang="en-US" dirty="0" err="1" smtClean="0"/>
              <a:t>auth</a:t>
            </a:r>
            <a:r>
              <a:rPr lang="en-US" dirty="0" smtClean="0"/>
              <a:t>/token/logout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020947" y="4490548"/>
            <a:ext cx="9972862" cy="5256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SARBAZ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1020947" y="2957990"/>
            <a:ext cx="2757726" cy="7099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POST /</a:t>
            </a:r>
            <a:r>
              <a:rPr lang="en-US" dirty="0" err="1" smtClean="0"/>
              <a:t>api</a:t>
            </a:r>
            <a:r>
              <a:rPr lang="en-US" dirty="0" smtClean="0"/>
              <a:t>/</a:t>
            </a:r>
            <a:r>
              <a:rPr lang="en-US" dirty="0" err="1" smtClean="0"/>
              <a:t>auth</a:t>
            </a:r>
            <a:r>
              <a:rPr lang="en-US" dirty="0" smtClean="0"/>
              <a:t>/register/confirm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8236083" y="1807146"/>
            <a:ext cx="2757726" cy="680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POST /</a:t>
            </a:r>
            <a:r>
              <a:rPr lang="en-US" dirty="0" err="1" smtClean="0"/>
              <a:t>api</a:t>
            </a:r>
            <a:r>
              <a:rPr lang="en-US" dirty="0" smtClean="0"/>
              <a:t>/</a:t>
            </a:r>
            <a:r>
              <a:rPr lang="en-US" dirty="0" err="1" smtClean="0"/>
              <a:t>auth</a:t>
            </a:r>
            <a:r>
              <a:rPr lang="en-US" dirty="0" smtClean="0"/>
              <a:t>/reset/password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8236081" y="2954741"/>
            <a:ext cx="2757726" cy="7108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POST </a:t>
            </a:r>
            <a:br>
              <a:rPr lang="en-US" dirty="0" smtClean="0"/>
            </a:br>
            <a:r>
              <a:rPr lang="en-US" dirty="0" smtClean="0"/>
              <a:t>/</a:t>
            </a:r>
            <a:r>
              <a:rPr lang="en-US" dirty="0" err="1" smtClean="0"/>
              <a:t>api</a:t>
            </a:r>
            <a:r>
              <a:rPr lang="en-US" dirty="0" smtClean="0"/>
              <a:t>/</a:t>
            </a:r>
            <a:r>
              <a:rPr lang="en-US" dirty="0" err="1" smtClean="0"/>
              <a:t>auth</a:t>
            </a:r>
            <a:r>
              <a:rPr lang="en-US" dirty="0" smtClean="0"/>
              <a:t>/reset/confirm</a:t>
            </a:r>
            <a:endParaRPr lang="ru-RU" dirty="0"/>
          </a:p>
        </p:txBody>
      </p:sp>
      <p:cxnSp>
        <p:nvCxnSpPr>
          <p:cNvPr id="19" name="Прямая со стрелкой 18"/>
          <p:cNvCxnSpPr>
            <a:stCxn id="10" idx="2"/>
          </p:cNvCxnSpPr>
          <p:nvPr/>
        </p:nvCxnSpPr>
        <p:spPr>
          <a:xfrm flipH="1">
            <a:off x="6007377" y="5016187"/>
            <a:ext cx="1" cy="64872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Соединительная линия уступом 22"/>
          <p:cNvCxnSpPr/>
          <p:nvPr/>
        </p:nvCxnSpPr>
        <p:spPr>
          <a:xfrm rot="5400000">
            <a:off x="3791565" y="3457508"/>
            <a:ext cx="665549" cy="3766076"/>
          </a:xfrm>
          <a:prstGeom prst="bent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Соединительная линия уступом 25"/>
          <p:cNvCxnSpPr>
            <a:stCxn id="10" idx="2"/>
            <a:endCxn id="9" idx="0"/>
          </p:cNvCxnSpPr>
          <p:nvPr/>
        </p:nvCxnSpPr>
        <p:spPr>
          <a:xfrm rot="16200000" flipH="1">
            <a:off x="7521478" y="3502087"/>
            <a:ext cx="648720" cy="3676920"/>
          </a:xfrm>
          <a:prstGeom prst="bent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 стрелкой 68"/>
          <p:cNvCxnSpPr>
            <a:stCxn id="4" idx="4"/>
            <a:endCxn id="6" idx="0"/>
          </p:cNvCxnSpPr>
          <p:nvPr/>
        </p:nvCxnSpPr>
        <p:spPr>
          <a:xfrm>
            <a:off x="6007377" y="1255727"/>
            <a:ext cx="1" cy="517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 стрелкой 71"/>
          <p:cNvCxnSpPr>
            <a:stCxn id="6" idx="2"/>
          </p:cNvCxnSpPr>
          <p:nvPr/>
        </p:nvCxnSpPr>
        <p:spPr>
          <a:xfrm flipH="1">
            <a:off x="6007377" y="2487580"/>
            <a:ext cx="1" cy="198613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Соединительная линия уступом 77"/>
          <p:cNvCxnSpPr>
            <a:stCxn id="4" idx="4"/>
            <a:endCxn id="13" idx="0"/>
          </p:cNvCxnSpPr>
          <p:nvPr/>
        </p:nvCxnSpPr>
        <p:spPr>
          <a:xfrm rot="16200000" flipH="1">
            <a:off x="7535452" y="-272349"/>
            <a:ext cx="551419" cy="36075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Соединительная линия уступом 80"/>
          <p:cNvCxnSpPr>
            <a:stCxn id="4" idx="4"/>
            <a:endCxn id="5" idx="0"/>
          </p:cNvCxnSpPr>
          <p:nvPr/>
        </p:nvCxnSpPr>
        <p:spPr>
          <a:xfrm rot="5400000">
            <a:off x="3934837" y="-279299"/>
            <a:ext cx="537515" cy="36075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>
            <a:stCxn id="5" idx="2"/>
            <a:endCxn id="12" idx="0"/>
          </p:cNvCxnSpPr>
          <p:nvPr/>
        </p:nvCxnSpPr>
        <p:spPr>
          <a:xfrm>
            <a:off x="2399810" y="2487580"/>
            <a:ext cx="0" cy="47041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 стрелкой 86"/>
          <p:cNvCxnSpPr>
            <a:stCxn id="13" idx="2"/>
            <a:endCxn id="14" idx="0"/>
          </p:cNvCxnSpPr>
          <p:nvPr/>
        </p:nvCxnSpPr>
        <p:spPr>
          <a:xfrm flipH="1">
            <a:off x="9614944" y="2487580"/>
            <a:ext cx="2" cy="46716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Соединительная линия уступом 89"/>
          <p:cNvCxnSpPr>
            <a:stCxn id="14" idx="2"/>
            <a:endCxn id="10" idx="0"/>
          </p:cNvCxnSpPr>
          <p:nvPr/>
        </p:nvCxnSpPr>
        <p:spPr>
          <a:xfrm rot="5400000">
            <a:off x="7398674" y="2274278"/>
            <a:ext cx="824974" cy="3607566"/>
          </a:xfrm>
          <a:prstGeom prst="bentConnector3">
            <a:avLst>
              <a:gd name="adj1" fmla="val 5772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Соединительная линия уступом 92"/>
          <p:cNvCxnSpPr>
            <a:stCxn id="12" idx="2"/>
            <a:endCxn id="10" idx="0"/>
          </p:cNvCxnSpPr>
          <p:nvPr/>
        </p:nvCxnSpPr>
        <p:spPr>
          <a:xfrm rot="16200000" flipH="1">
            <a:off x="3792305" y="2275475"/>
            <a:ext cx="822578" cy="3607568"/>
          </a:xfrm>
          <a:prstGeom prst="bentConnector3">
            <a:avLst>
              <a:gd name="adj1" fmla="val 5794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Соединительная линия уступом 103"/>
          <p:cNvCxnSpPr>
            <a:stCxn id="12" idx="1"/>
            <a:endCxn id="5" idx="1"/>
          </p:cNvCxnSpPr>
          <p:nvPr/>
        </p:nvCxnSpPr>
        <p:spPr>
          <a:xfrm rot="10800000">
            <a:off x="1020947" y="2140412"/>
            <a:ext cx="12700" cy="1172569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Соединительная линия уступом 106"/>
          <p:cNvCxnSpPr>
            <a:stCxn id="14" idx="3"/>
            <a:endCxn id="13" idx="3"/>
          </p:cNvCxnSpPr>
          <p:nvPr/>
        </p:nvCxnSpPr>
        <p:spPr>
          <a:xfrm flipV="1">
            <a:off x="10993807" y="2147363"/>
            <a:ext cx="2" cy="1162795"/>
          </a:xfrm>
          <a:prstGeom prst="bentConnector3">
            <a:avLst>
              <a:gd name="adj1" fmla="val 114301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61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12799" y="4064000"/>
            <a:ext cx="10628417" cy="1889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/>
          <p:cNvSpPr/>
          <p:nvPr/>
        </p:nvSpPr>
        <p:spPr>
          <a:xfrm>
            <a:off x="5530593" y="137819"/>
            <a:ext cx="1246298" cy="1049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access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30068" y="1815969"/>
            <a:ext cx="2523866" cy="897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GET </a:t>
            </a:r>
            <a:br>
              <a:rPr lang="en-US" dirty="0" smtClean="0"/>
            </a:br>
            <a:r>
              <a:rPr lang="en-US" dirty="0" smtClean="0"/>
              <a:t>/</a:t>
            </a:r>
            <a:r>
              <a:rPr lang="en-US" dirty="0" err="1" smtClean="0"/>
              <a:t>api</a:t>
            </a:r>
            <a:r>
              <a:rPr lang="en-US" dirty="0" smtClean="0"/>
              <a:t>/applications/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371571" y="1815970"/>
            <a:ext cx="2522839" cy="897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POST </a:t>
            </a:r>
            <a:br>
              <a:rPr lang="en-US" dirty="0" smtClean="0"/>
            </a:br>
            <a:r>
              <a:rPr lang="en-US" dirty="0" smtClean="0"/>
              <a:t>/</a:t>
            </a:r>
            <a:r>
              <a:rPr lang="en-US" dirty="0" err="1" smtClean="0"/>
              <a:t>api</a:t>
            </a:r>
            <a:r>
              <a:rPr lang="en-US" dirty="0" smtClean="0"/>
              <a:t>/applications</a:t>
            </a:r>
            <a:br>
              <a:rPr lang="en-US" dirty="0" smtClean="0"/>
            </a:br>
            <a:r>
              <a:rPr lang="en-US" dirty="0" smtClean="0"/>
              <a:t>/communications/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6413075" y="1825452"/>
            <a:ext cx="2527725" cy="8881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POST </a:t>
            </a:r>
            <a:br>
              <a:rPr lang="en-US" dirty="0" smtClean="0"/>
            </a:br>
            <a:r>
              <a:rPr lang="en-US" dirty="0" smtClean="0"/>
              <a:t>/</a:t>
            </a:r>
            <a:r>
              <a:rPr lang="en-US" dirty="0" err="1" smtClean="0"/>
              <a:t>api</a:t>
            </a:r>
            <a:r>
              <a:rPr lang="en-US" dirty="0" smtClean="0"/>
              <a:t>/applications</a:t>
            </a:r>
            <a:br>
              <a:rPr lang="en-US" dirty="0" smtClean="0"/>
            </a:br>
            <a:r>
              <a:rPr lang="en-US" dirty="0" smtClean="0"/>
              <a:t>/conscription/</a:t>
            </a:r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9454579" y="1830094"/>
            <a:ext cx="2493581" cy="883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DELETE /</a:t>
            </a:r>
            <a:r>
              <a:rPr lang="en-US" dirty="0" err="1" smtClean="0"/>
              <a:t>api</a:t>
            </a:r>
            <a:r>
              <a:rPr lang="en-US" dirty="0" smtClean="0"/>
              <a:t>/applications/{id}/</a:t>
            </a:r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1732147" y="4619204"/>
            <a:ext cx="2524893" cy="714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GET </a:t>
            </a:r>
            <a:br>
              <a:rPr lang="en-US" dirty="0" smtClean="0"/>
            </a:br>
            <a:r>
              <a:rPr lang="en-US" dirty="0" smtClean="0"/>
              <a:t>/</a:t>
            </a:r>
            <a:r>
              <a:rPr lang="en-US" dirty="0" err="1" smtClean="0"/>
              <a:t>api</a:t>
            </a:r>
            <a:r>
              <a:rPr lang="en-US" dirty="0" smtClean="0"/>
              <a:t>/</a:t>
            </a:r>
            <a:r>
              <a:rPr lang="en-US" dirty="0" err="1" smtClean="0"/>
              <a:t>faqs</a:t>
            </a:r>
            <a:r>
              <a:rPr lang="en-US" dirty="0" smtClean="0"/>
              <a:t>/</a:t>
            </a:r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4773651" y="4619204"/>
            <a:ext cx="2524893" cy="714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GET </a:t>
            </a:r>
            <a:br>
              <a:rPr lang="en-US" dirty="0" smtClean="0"/>
            </a:br>
            <a:r>
              <a:rPr lang="en-US" dirty="0" smtClean="0"/>
              <a:t>/</a:t>
            </a:r>
            <a:r>
              <a:rPr lang="en-US" dirty="0" err="1" smtClean="0"/>
              <a:t>api</a:t>
            </a:r>
            <a:r>
              <a:rPr lang="en-US" dirty="0" smtClean="0"/>
              <a:t>/events/</a:t>
            </a:r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7815155" y="4619204"/>
            <a:ext cx="2524893" cy="714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GET </a:t>
            </a:r>
            <a:br>
              <a:rPr lang="en-US" dirty="0" smtClean="0"/>
            </a:br>
            <a:r>
              <a:rPr lang="en-US" dirty="0" smtClean="0"/>
              <a:t>/</a:t>
            </a:r>
            <a:r>
              <a:rPr lang="en-US" dirty="0" err="1" smtClean="0"/>
              <a:t>api</a:t>
            </a:r>
            <a:r>
              <a:rPr lang="en-US" dirty="0" smtClean="0"/>
              <a:t>/invitations/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5530593" y="4104260"/>
            <a:ext cx="1478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User modules</a:t>
            </a:r>
            <a:endParaRPr lang="ru-RU" dirty="0"/>
          </a:p>
        </p:txBody>
      </p:sp>
      <p:cxnSp>
        <p:nvCxnSpPr>
          <p:cNvPr id="15" name="Соединительная линия уступом 14"/>
          <p:cNvCxnSpPr>
            <a:stCxn id="4" idx="4"/>
            <a:endCxn id="5" idx="0"/>
          </p:cNvCxnSpPr>
          <p:nvPr/>
        </p:nvCxnSpPr>
        <p:spPr>
          <a:xfrm rot="5400000">
            <a:off x="3558697" y="-779076"/>
            <a:ext cx="628350" cy="45617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ная линия уступом 17"/>
          <p:cNvCxnSpPr>
            <a:stCxn id="4" idx="4"/>
            <a:endCxn id="6" idx="0"/>
          </p:cNvCxnSpPr>
          <p:nvPr/>
        </p:nvCxnSpPr>
        <p:spPr>
          <a:xfrm rot="5400000">
            <a:off x="5079192" y="741419"/>
            <a:ext cx="628351" cy="15207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Соединительная линия уступом 21"/>
          <p:cNvCxnSpPr>
            <a:stCxn id="4" idx="4"/>
            <a:endCxn id="13" idx="0"/>
          </p:cNvCxnSpPr>
          <p:nvPr/>
        </p:nvCxnSpPr>
        <p:spPr>
          <a:xfrm rot="16200000" flipH="1">
            <a:off x="6596424" y="744937"/>
            <a:ext cx="637833" cy="152319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Соединительная линия уступом 30"/>
          <p:cNvCxnSpPr>
            <a:stCxn id="4" idx="4"/>
            <a:endCxn id="25" idx="0"/>
          </p:cNvCxnSpPr>
          <p:nvPr/>
        </p:nvCxnSpPr>
        <p:spPr>
          <a:xfrm rot="16200000" flipH="1">
            <a:off x="8106319" y="-764958"/>
            <a:ext cx="642475" cy="45476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/>
          <p:cNvCxnSpPr>
            <a:stCxn id="4" idx="4"/>
          </p:cNvCxnSpPr>
          <p:nvPr/>
        </p:nvCxnSpPr>
        <p:spPr>
          <a:xfrm>
            <a:off x="6153742" y="1187619"/>
            <a:ext cx="0" cy="2876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2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36704" y="4004038"/>
            <a:ext cx="11640336" cy="1736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/>
          <p:cNvSpPr/>
          <p:nvPr/>
        </p:nvSpPr>
        <p:spPr>
          <a:xfrm>
            <a:off x="5554657" y="523162"/>
            <a:ext cx="1246298" cy="1049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Staff</a:t>
            </a:r>
            <a:br>
              <a:rPr lang="en-US" dirty="0" smtClean="0"/>
            </a:br>
            <a:r>
              <a:rPr lang="en-US" dirty="0" smtClean="0"/>
              <a:t>access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95665" y="2114996"/>
            <a:ext cx="2523866" cy="897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GET /</a:t>
            </a:r>
            <a:r>
              <a:rPr lang="en-US" dirty="0" err="1" smtClean="0"/>
              <a:t>api</a:t>
            </a:r>
            <a:r>
              <a:rPr lang="en-US" dirty="0" smtClean="0"/>
              <a:t>/admin/applications/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916387" y="2114996"/>
            <a:ext cx="2522839" cy="897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PUT/PATCH /</a:t>
            </a:r>
            <a:r>
              <a:rPr lang="en-US" dirty="0" err="1" smtClean="0"/>
              <a:t>api</a:t>
            </a:r>
            <a:r>
              <a:rPr lang="en-US" dirty="0" smtClean="0"/>
              <a:t>/admin/applications/{id}/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8736082" y="2102401"/>
            <a:ext cx="2527725" cy="8881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POST /</a:t>
            </a:r>
            <a:r>
              <a:rPr lang="en-US" dirty="0" err="1" smtClean="0"/>
              <a:t>api</a:t>
            </a:r>
            <a:r>
              <a:rPr lang="en-US" dirty="0" smtClean="0"/>
              <a:t>/admin/applications/</a:t>
            </a:r>
            <a:r>
              <a:rPr lang="en-US" dirty="0" err="1" smtClean="0"/>
              <a:t>bulk_update_status</a:t>
            </a:r>
            <a:r>
              <a:rPr lang="en-US" dirty="0" smtClean="0"/>
              <a:t>/</a:t>
            </a:r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400352" y="4805779"/>
            <a:ext cx="2138813" cy="714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Analytics Dashboard</a:t>
            </a:r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2664127" y="4805779"/>
            <a:ext cx="2138813" cy="714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Manage Services</a:t>
            </a:r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7199883" y="4805779"/>
            <a:ext cx="2138813" cy="714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Manage Articles &amp; FAQs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5524177" y="4038307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Staff modules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4927902" y="4811239"/>
            <a:ext cx="2138813" cy="714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Manage Events &amp; Invitations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9553701" y="4805779"/>
            <a:ext cx="2138813" cy="714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Manage Dictionary</a:t>
            </a:r>
            <a:endParaRPr lang="ru-RU" dirty="0"/>
          </a:p>
        </p:txBody>
      </p:sp>
      <p:cxnSp>
        <p:nvCxnSpPr>
          <p:cNvPr id="8" name="Прямая со стрелкой 7"/>
          <p:cNvCxnSpPr>
            <a:stCxn id="4" idx="4"/>
            <a:endCxn id="6" idx="0"/>
          </p:cNvCxnSpPr>
          <p:nvPr/>
        </p:nvCxnSpPr>
        <p:spPr>
          <a:xfrm>
            <a:off x="6177806" y="1572962"/>
            <a:ext cx="1" cy="542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/>
          <p:cNvCxnSpPr>
            <a:stCxn id="4" idx="4"/>
            <a:endCxn id="5" idx="0"/>
          </p:cNvCxnSpPr>
          <p:nvPr/>
        </p:nvCxnSpPr>
        <p:spPr>
          <a:xfrm rot="5400000">
            <a:off x="3996685" y="-66125"/>
            <a:ext cx="542034" cy="38202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Соединительная линия уступом 19"/>
          <p:cNvCxnSpPr>
            <a:stCxn id="4" idx="4"/>
            <a:endCxn id="13" idx="0"/>
          </p:cNvCxnSpPr>
          <p:nvPr/>
        </p:nvCxnSpPr>
        <p:spPr>
          <a:xfrm rot="16200000" flipH="1">
            <a:off x="7824156" y="-73389"/>
            <a:ext cx="529439" cy="38221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/>
          <p:cNvCxnSpPr>
            <a:stCxn id="6" idx="2"/>
          </p:cNvCxnSpPr>
          <p:nvPr/>
        </p:nvCxnSpPr>
        <p:spPr>
          <a:xfrm flipH="1">
            <a:off x="6177806" y="3012659"/>
            <a:ext cx="1" cy="937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0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65</Words>
  <Application>Microsoft Office PowerPoint</Application>
  <PresentationFormat>Широкоэкранный</PresentationFormat>
  <Paragraphs>29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Nur</dc:creator>
  <cp:lastModifiedBy>Nur</cp:lastModifiedBy>
  <cp:revision>12</cp:revision>
  <dcterms:created xsi:type="dcterms:W3CDTF">2025-04-29T16:35:02Z</dcterms:created>
  <dcterms:modified xsi:type="dcterms:W3CDTF">2025-04-29T18:17:01Z</dcterms:modified>
</cp:coreProperties>
</file>